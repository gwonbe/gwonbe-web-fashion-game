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 autoAdjust="0"/>
    <p:restoredTop sz="94660"/>
  </p:normalViewPr>
  <p:slideViewPr>
    <p:cSldViewPr snapToGrid="0">
      <p:cViewPr>
        <p:scale>
          <a:sx n="50" d="100"/>
          <a:sy n="50" d="100"/>
        </p:scale>
        <p:origin x="1973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5E9D12-1D51-4C5A-9100-BEF5B44C6E9F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03C82-6BFE-4BC2-BBA3-B732F28A722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430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03C82-6BFE-4BC2-BBA3-B732F28A722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8687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7309A-A375-6E89-0481-FC2062CC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81DDAC-9BBD-AE64-E421-919159E51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3C2FF6-9656-4504-E479-A48FD752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9F424-DAB5-434C-4361-FF52D0B9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53F8A-11B7-3E55-7BE2-798D30DEB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1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78411-75A4-C7FE-CB7C-18C1CA1F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BA3073-39AC-0642-694F-19EB625A8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99F508-EF7D-1A13-3AB6-8659589EE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09F216-9255-C84F-ABD6-58811DE4E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CBF852-64C1-AA78-C39D-2DC9A496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04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8B6F4C-FE4E-B931-C203-0BF2BFF01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A1CFAB-7C83-A8BF-159B-A053C5EAF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838FA-F79C-D831-FA5A-A21A8A02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ADD776-5428-5215-ABA5-64A17AB31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52D87C-A45C-5A74-979B-9E087100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9351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9878C-BFF8-F7AF-C903-18E0690DC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974865-6E56-B7F3-0BCF-24249E4E86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A517634-01A4-9235-9FFB-35BDABF20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F4EDD6-013C-C908-D797-F52133C7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27C8DD-7238-FDF8-C05B-C009483F3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E7ED52-DFDD-7ABC-DBAF-E01511B3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590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11513B-63FC-8296-9657-773614F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3B8349-3742-4632-2352-790B1C5F2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D84DEF-E6C7-B7D8-73D5-BBC33E02F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177B3A-B0CE-EAA8-CF6E-F7A00549B5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0CE7E9-741A-662D-C18D-6924EF8675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D58F3F-B758-0383-D5B4-6FB4C4EA2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355792-B17A-3332-B9FB-C1E8A20CC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79B5502-CE3D-A8D9-C09B-479A014E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966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85C44-68B0-776D-5FDC-03B787586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8EE59F-9FFF-512C-6197-5E4E9E0BD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B063A-FD48-A3C9-2701-D119BF21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741F08-4A89-FA97-9414-99BB5762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6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9994F10-21F1-9BE3-4A11-A6AA7D44E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C95363-5C6F-A347-5E8B-8371F7E91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BF394-0378-BD6F-DE79-32BEFED4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291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DEA70B-245B-2E3B-C3DA-747AD3D6F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0B4D35-9CE5-528B-E4C6-BC0053079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440484-EA6E-9EDC-524B-766B728B5C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73CA93-7209-3267-43D8-C000F14A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148E3B-7E35-6400-EDC6-229B3EA18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DB4809-FBC8-1C7D-4E46-2D52382E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691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978CD-FAD6-4589-CF77-EAF0C3305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E65AF55-FC87-3817-97D9-0CA888571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F9DDCE-25C7-CE3B-AFFC-1D33C5A3B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78B04C-FFF3-58E9-613F-E0941482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7BF80-6D99-4D65-3BF3-51F0C8F03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C633E6-2D88-9C53-0DDC-2A7B491C7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2917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564E6-4DFD-1694-5198-15A2344CC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1789FF8-3BD2-19CE-1B9F-BB4E1E7AAB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4709FA-A317-E995-4681-CC5AFD356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1AAFD-7E58-D7BE-D479-1218E162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4D1D84-EA14-AE4D-C81A-79BE6298C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00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8CD4FDA-C33B-FB8E-798D-C001224D3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8C401F-64B6-5C4F-E130-B9052B2F7A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AF4D78-0B0D-67B2-C456-4DEC7227D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299283-93BA-83A0-8E30-899C83F95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1E2638-A2C3-CAD4-70A1-8E73BB00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9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CEDC5E-F0E0-DC14-A446-ED6EEB64C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CF7547-60A2-9700-F296-99FB06F35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B8B245-AFA3-98DE-5B46-6CB23A458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F17D16-5A3B-479C-971A-D492ADD6ED98}" type="datetimeFigureOut">
              <a:rPr lang="ko-KR" altLang="en-US" smtClean="0"/>
              <a:t>2026-03-02-Mon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1B012E-A927-32D4-9372-666C31F928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A9E277-25D6-99C1-9419-9FC3819ED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8E4AE4-F5EE-4806-838F-319EF4035C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917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FF64E-7B8C-12F6-9FB7-2D7E5542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EC3A2B4-835B-C3C7-5139-09932F1E2AE2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39E2BC1-BA58-3E59-02F5-66688191BF76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970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A35470-3D8E-BB0A-99F9-B0A03E211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F003D8D4-3171-9929-8031-066EAB7B4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D47A2BC-E7AC-4F39-A8A2-3D3CED02F138}"/>
              </a:ext>
            </a:extLst>
          </p:cNvPr>
          <p:cNvGrpSpPr/>
          <p:nvPr/>
        </p:nvGrpSpPr>
        <p:grpSpPr>
          <a:xfrm>
            <a:off x="5320589" y="2018540"/>
            <a:ext cx="1550822" cy="426642"/>
            <a:chOff x="5486925" y="1644911"/>
            <a:chExt cx="1669136" cy="45919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8F0D4C86-1FC2-ACE4-F1E4-4FCFA09CC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6925" y="1644911"/>
              <a:ext cx="718997" cy="45919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6534AD8-71C2-2199-191B-08368311A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437064" y="1644911"/>
              <a:ext cx="718997" cy="4591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0831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</Words>
  <Application>Microsoft Office PowerPoint</Application>
  <PresentationFormat>와이드스크린</PresentationFormat>
  <Paragraphs>1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유진 신</dc:creator>
  <cp:lastModifiedBy>유진 신</cp:lastModifiedBy>
  <cp:revision>29</cp:revision>
  <dcterms:created xsi:type="dcterms:W3CDTF">2026-02-18T08:11:26Z</dcterms:created>
  <dcterms:modified xsi:type="dcterms:W3CDTF">2026-03-02T09:53:46Z</dcterms:modified>
</cp:coreProperties>
</file>