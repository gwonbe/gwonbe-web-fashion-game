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4" autoAdjust="0"/>
    <p:restoredTop sz="94660"/>
  </p:normalViewPr>
  <p:slideViewPr>
    <p:cSldViewPr snapToGrid="0">
      <p:cViewPr>
        <p:scale>
          <a:sx n="66" d="100"/>
          <a:sy n="66" d="100"/>
        </p:scale>
        <p:origin x="1373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E9D12-1D51-4C5A-9100-BEF5B44C6E9F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03C82-6BFE-4BC2-BBA3-B732F28A72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430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03C82-6BFE-4BC2-BBA3-B732F28A722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687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7309A-A375-6E89-0481-FC2062CCD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81DDAC-9BBD-AE64-E421-919159E51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3C2FF6-9656-4504-E479-A48FD752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9F424-DAB5-434C-4361-FF52D0B9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C53F8A-11B7-3E55-7BE2-798D30DEB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1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78411-75A4-C7FE-CB7C-18C1CA1F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BA3073-39AC-0642-694F-19EB625A8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99F508-EF7D-1A13-3AB6-8659589E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09F216-9255-C84F-ABD6-58811DE4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CBF852-64C1-AA78-C39D-2DC9A4962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048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B6F4C-FE4E-B931-C203-0BF2BFF01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A1CFAB-7C83-A8BF-159B-A053C5EAF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2838FA-F79C-D831-FA5A-A21A8A02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ADD776-5428-5215-ABA5-64A17AB31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52D87C-A45C-5A74-979B-9E087100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35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9878C-BFF8-F7AF-C903-18E0690D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974865-6E56-B7F3-0BCF-24249E4E8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17634-01A4-9235-9FFB-35BDABF20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F4EDD6-013C-C908-D797-F52133C7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27C8DD-7238-FDF8-C05B-C009483F3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E7ED52-DFDD-7ABC-DBAF-E01511B3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90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11513B-63FC-8296-9657-773614FA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3B8349-3742-4632-2352-790B1C5F2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D84DEF-E6C7-B7D8-73D5-BBC33E02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177B3A-B0CE-EAA8-CF6E-F7A00549B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0CE7E9-741A-662D-C18D-6924EF867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D58F3F-B758-0383-D5B4-6FB4C4EA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355792-B17A-3332-B9FB-C1E8A20C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9B5502-CE3D-A8D9-C09B-479A014E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96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85C44-68B0-776D-5FDC-03B78758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8EE59F-9FFF-512C-6197-5E4E9E0BD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5B063A-FD48-A3C9-2701-D119BF21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741F08-4A89-FA97-9414-99BB5762D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69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9994F10-21F1-9BE3-4A11-A6AA7D44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C95363-5C6F-A347-5E8B-8371F7E91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4BF394-0378-BD6F-DE79-32BEFED4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29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EA70B-245B-2E3B-C3DA-747AD3D6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0B4D35-9CE5-528B-E4C6-BC0053079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440484-EA6E-9EDC-524B-766B728B5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73CA93-7209-3267-43D8-C000F14A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148E3B-7E35-6400-EDC6-229B3EA1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DB4809-FBC8-1C7D-4E46-2D52382E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691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978CD-FAD6-4589-CF77-EAF0C330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65AF55-FC87-3817-97D9-0CA888571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F9DDCE-25C7-CE3B-AFFC-1D33C5A3B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78B04C-FFF3-58E9-613F-E0941482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27BF80-6D99-4D65-3BF3-51F0C8F03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C633E6-2D88-9C53-0DDC-2A7B491C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91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564E6-4DFD-1694-5198-15A2344CC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789FF8-3BD2-19CE-1B9F-BB4E1E7AA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4709FA-A317-E995-4681-CC5AFD35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51AAFD-7E58-D7BE-D479-1218E162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4D1D84-EA14-AE4D-C81A-79BE6298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00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CD4FDA-C33B-FB8E-798D-C001224D3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8C401F-64B6-5C4F-E130-B9052B2F7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AF4D78-0B0D-67B2-C456-4DEC7227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299283-93BA-83A0-8E30-899C83F9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1E2638-A2C3-CAD4-70A1-8E73BB00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90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CEDC5E-F0E0-DC14-A446-ED6EEB64C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CF7547-60A2-9700-F296-99FB06F35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B8B245-AFA3-98DE-5B46-6CB23A458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17D16-5A3B-479C-971A-D492ADD6ED98}" type="datetimeFigureOut">
              <a:rPr lang="ko-KR" altLang="en-US" smtClean="0"/>
              <a:t>2026-07-20-Mon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1B012E-A927-32D4-9372-666C31F92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A9E277-25D6-99C1-9419-9FC3819ED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E4AE4-F5EE-4806-838F-319EF4035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91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FF64E-7B8C-12F6-9FB7-2D7E5542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C5D548F-609B-E9B8-C735-72D245240AFD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0"/>
            <a:chExt cx="6858000" cy="6858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EC3A2B4-835B-C3C7-5139-09932F1E2AE2}"/>
                </a:ext>
              </a:extLst>
            </p:cNvPr>
            <p:cNvSpPr/>
            <p:nvPr/>
          </p:nvSpPr>
          <p:spPr>
            <a:xfrm>
              <a:off x="2667000" y="0"/>
              <a:ext cx="6858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39E2BC1-BA58-3E59-02F5-66688191BF76}"/>
                </a:ext>
              </a:extLst>
            </p:cNvPr>
            <p:cNvSpPr/>
            <p:nvPr/>
          </p:nvSpPr>
          <p:spPr>
            <a:xfrm>
              <a:off x="2667000" y="0"/>
              <a:ext cx="6858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497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35470-3D8E-BB0A-99F9-B0A03E211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F003D8D4-3171-9929-8031-066EAB7B4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00B1C0C-5391-28E6-0DDF-2351AB10B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8" t="13951" r="4458" b="45371"/>
          <a:stretch>
            <a:fillRect/>
          </a:stretch>
        </p:blipFill>
        <p:spPr>
          <a:xfrm>
            <a:off x="5376167" y="2069636"/>
            <a:ext cx="1439665" cy="34438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DF8E604-CAE2-EDBF-11E1-22BF67601A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44" t="35200" r="45644" b="58223"/>
          <a:stretch>
            <a:fillRect/>
          </a:stretch>
        </p:blipFill>
        <p:spPr>
          <a:xfrm>
            <a:off x="5797296" y="2414016"/>
            <a:ext cx="597408" cy="4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31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1</Words>
  <Application>Microsoft Office PowerPoint</Application>
  <PresentationFormat>와이드스크린</PresentationFormat>
  <Paragraphs>1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유진 신</dc:creator>
  <cp:lastModifiedBy>유진 신</cp:lastModifiedBy>
  <cp:revision>56</cp:revision>
  <dcterms:created xsi:type="dcterms:W3CDTF">2026-02-18T08:11:26Z</dcterms:created>
  <dcterms:modified xsi:type="dcterms:W3CDTF">2026-07-20T13:54:57Z</dcterms:modified>
</cp:coreProperties>
</file>